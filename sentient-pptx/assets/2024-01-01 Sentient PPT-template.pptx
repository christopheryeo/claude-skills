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Courier" panose="02070309020205020404" pitchFamily="49" charset="0"/>
      <p:regular r:id="rId11"/>
      <p:bold r:id="rId12"/>
      <p:italic r:id="rId13"/>
      <p:boldItalic r:id="rId14"/>
    </p:embeddedFont>
    <p:embeddedFont>
      <p:font typeface="Nunito Sans" pitchFamily="2" charset="77"/>
      <p:regular r:id="rId15"/>
      <p:bold r:id="rId16"/>
      <p:italic r:id="rId17"/>
      <p:boldItalic r:id="rId18"/>
    </p:embeddedFont>
    <p:embeddedFont>
      <p:font typeface="Nunito Sans ExtraBold" panose="020F0502020204030204" pitchFamily="34" charset="0"/>
      <p:bold r:id="rId19"/>
      <p:italic r:id="rId20"/>
      <p:boldItalic r:id="rId21"/>
    </p:embeddedFont>
    <p:embeddedFont>
      <p:font typeface="Nunito Sans SemiBold" panose="020F0502020204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Yeo" userId="e08c6731585f8500" providerId="LiveId" clId="{AD18F10C-B40B-5A8E-B104-2536816C6ABA}"/>
    <pc:docChg chg="custSel modSld">
      <pc:chgData name="Chris Yeo" userId="e08c6731585f8500" providerId="LiveId" clId="{AD18F10C-B40B-5A8E-B104-2536816C6ABA}" dt="2025-10-27T07:41:29.653" v="10" actId="478"/>
      <pc:docMkLst>
        <pc:docMk/>
      </pc:docMkLst>
      <pc:sldChg chg="modSp mod">
        <pc:chgData name="Chris Yeo" userId="e08c6731585f8500" providerId="LiveId" clId="{AD18F10C-B40B-5A8E-B104-2536816C6ABA}" dt="2025-10-27T07:23:56.926" v="0" actId="255"/>
        <pc:sldMkLst>
          <pc:docMk/>
          <pc:sldMk cId="0" sldId="257"/>
        </pc:sldMkLst>
        <pc:spChg chg="mod">
          <ac:chgData name="Chris Yeo" userId="e08c6731585f8500" providerId="LiveId" clId="{AD18F10C-B40B-5A8E-B104-2536816C6ABA}" dt="2025-10-27T07:23:56.926" v="0" actId="255"/>
          <ac:spMkLst>
            <pc:docMk/>
            <pc:sldMk cId="0" sldId="257"/>
            <ac:spMk id="268" creationId="{00000000-0000-0000-0000-000000000000}"/>
          </ac:spMkLst>
        </pc:spChg>
      </pc:sldChg>
      <pc:sldChg chg="delSp modSp mod">
        <pc:chgData name="Chris Yeo" userId="e08c6731585f8500" providerId="LiveId" clId="{AD18F10C-B40B-5A8E-B104-2536816C6ABA}" dt="2025-10-27T07:40:59.525" v="5" actId="478"/>
        <pc:sldMkLst>
          <pc:docMk/>
          <pc:sldMk cId="0" sldId="258"/>
        </pc:sldMkLst>
        <pc:spChg chg="del">
          <ac:chgData name="Chris Yeo" userId="e08c6731585f8500" providerId="LiveId" clId="{AD18F10C-B40B-5A8E-B104-2536816C6ABA}" dt="2025-10-27T07:40:59.525" v="5" actId="478"/>
          <ac:spMkLst>
            <pc:docMk/>
            <pc:sldMk cId="0" sldId="258"/>
            <ac:spMk id="275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09.021" v="1" actId="255"/>
          <ac:spMkLst>
            <pc:docMk/>
            <pc:sldMk cId="0" sldId="258"/>
            <ac:spMk id="281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09.021" v="1" actId="255"/>
          <ac:spMkLst>
            <pc:docMk/>
            <pc:sldMk cId="0" sldId="258"/>
            <ac:spMk id="282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09.021" v="1" actId="255"/>
          <ac:spMkLst>
            <pc:docMk/>
            <pc:sldMk cId="0" sldId="258"/>
            <ac:spMk id="283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09.021" v="1" actId="255"/>
          <ac:spMkLst>
            <pc:docMk/>
            <pc:sldMk cId="0" sldId="258"/>
            <ac:spMk id="284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09.021" v="1" actId="255"/>
          <ac:spMkLst>
            <pc:docMk/>
            <pc:sldMk cId="0" sldId="258"/>
            <ac:spMk id="285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09.021" v="1" actId="255"/>
          <ac:spMkLst>
            <pc:docMk/>
            <pc:sldMk cId="0" sldId="258"/>
            <ac:spMk id="286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09.021" v="1" actId="255"/>
          <ac:spMkLst>
            <pc:docMk/>
            <pc:sldMk cId="0" sldId="258"/>
            <ac:spMk id="287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09.021" v="1" actId="255"/>
          <ac:spMkLst>
            <pc:docMk/>
            <pc:sldMk cId="0" sldId="258"/>
            <ac:spMk id="288" creationId="{00000000-0000-0000-0000-000000000000}"/>
          </ac:spMkLst>
        </pc:spChg>
      </pc:sldChg>
      <pc:sldChg chg="delSp modSp mod">
        <pc:chgData name="Chris Yeo" userId="e08c6731585f8500" providerId="LiveId" clId="{AD18F10C-B40B-5A8E-B104-2536816C6ABA}" dt="2025-10-27T07:41:04.334" v="6" actId="478"/>
        <pc:sldMkLst>
          <pc:docMk/>
          <pc:sldMk cId="0" sldId="259"/>
        </pc:sldMkLst>
        <pc:spChg chg="mod">
          <ac:chgData name="Chris Yeo" userId="e08c6731585f8500" providerId="LiveId" clId="{AD18F10C-B40B-5A8E-B104-2536816C6ABA}" dt="2025-10-27T07:24:19.083" v="2" actId="255"/>
          <ac:spMkLst>
            <pc:docMk/>
            <pc:sldMk cId="0" sldId="259"/>
            <ac:spMk id="295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19.083" v="2" actId="255"/>
          <ac:spMkLst>
            <pc:docMk/>
            <pc:sldMk cId="0" sldId="259"/>
            <ac:spMk id="296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19.083" v="2" actId="255"/>
          <ac:spMkLst>
            <pc:docMk/>
            <pc:sldMk cId="0" sldId="259"/>
            <ac:spMk id="297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19.083" v="2" actId="255"/>
          <ac:spMkLst>
            <pc:docMk/>
            <pc:sldMk cId="0" sldId="259"/>
            <ac:spMk id="298" creationId="{00000000-0000-0000-0000-000000000000}"/>
          </ac:spMkLst>
        </pc:spChg>
        <pc:spChg chg="del">
          <ac:chgData name="Chris Yeo" userId="e08c6731585f8500" providerId="LiveId" clId="{AD18F10C-B40B-5A8E-B104-2536816C6ABA}" dt="2025-10-27T07:41:04.334" v="6" actId="478"/>
          <ac:spMkLst>
            <pc:docMk/>
            <pc:sldMk cId="0" sldId="259"/>
            <ac:spMk id="302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19.083" v="2" actId="255"/>
          <ac:spMkLst>
            <pc:docMk/>
            <pc:sldMk cId="0" sldId="259"/>
            <ac:spMk id="304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19.083" v="2" actId="255"/>
          <ac:spMkLst>
            <pc:docMk/>
            <pc:sldMk cId="0" sldId="259"/>
            <ac:spMk id="305" creationId="{00000000-0000-0000-0000-000000000000}"/>
          </ac:spMkLst>
        </pc:spChg>
      </pc:sldChg>
      <pc:sldChg chg="delSp modSp mod">
        <pc:chgData name="Chris Yeo" userId="e08c6731585f8500" providerId="LiveId" clId="{AD18F10C-B40B-5A8E-B104-2536816C6ABA}" dt="2025-10-27T07:41:18.474" v="8" actId="14100"/>
        <pc:sldMkLst>
          <pc:docMk/>
          <pc:sldMk cId="0" sldId="260"/>
        </pc:sldMkLst>
        <pc:spChg chg="del mod">
          <ac:chgData name="Chris Yeo" userId="e08c6731585f8500" providerId="LiveId" clId="{AD18F10C-B40B-5A8E-B104-2536816C6ABA}" dt="2025-10-27T07:41:14.368" v="7" actId="478"/>
          <ac:spMkLst>
            <pc:docMk/>
            <pc:sldMk cId="0" sldId="260"/>
            <ac:spMk id="313" creationId="{00000000-0000-0000-0000-000000000000}"/>
          </ac:spMkLst>
        </pc:spChg>
        <pc:spChg chg="mod">
          <ac:chgData name="Chris Yeo" userId="e08c6731585f8500" providerId="LiveId" clId="{AD18F10C-B40B-5A8E-B104-2536816C6ABA}" dt="2025-10-27T07:41:18.474" v="8" actId="14100"/>
          <ac:spMkLst>
            <pc:docMk/>
            <pc:sldMk cId="0" sldId="260"/>
            <ac:spMk id="314" creationId="{00000000-0000-0000-0000-000000000000}"/>
          </ac:spMkLst>
        </pc:spChg>
      </pc:sldChg>
      <pc:sldChg chg="delSp modSp mod">
        <pc:chgData name="Chris Yeo" userId="e08c6731585f8500" providerId="LiveId" clId="{AD18F10C-B40B-5A8E-B104-2536816C6ABA}" dt="2025-10-27T07:41:23.879" v="9" actId="478"/>
        <pc:sldMkLst>
          <pc:docMk/>
          <pc:sldMk cId="0" sldId="261"/>
        </pc:sldMkLst>
        <pc:spChg chg="del">
          <ac:chgData name="Chris Yeo" userId="e08c6731585f8500" providerId="LiveId" clId="{AD18F10C-B40B-5A8E-B104-2536816C6ABA}" dt="2025-10-27T07:41:23.879" v="9" actId="478"/>
          <ac:spMkLst>
            <pc:docMk/>
            <pc:sldMk cId="0" sldId="261"/>
            <ac:spMk id="321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37.441" v="4" actId="255"/>
          <ac:spMkLst>
            <pc:docMk/>
            <pc:sldMk cId="0" sldId="261"/>
            <ac:spMk id="323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37.441" v="4" actId="255"/>
          <ac:spMkLst>
            <pc:docMk/>
            <pc:sldMk cId="0" sldId="261"/>
            <ac:spMk id="324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37.441" v="4" actId="255"/>
          <ac:spMkLst>
            <pc:docMk/>
            <pc:sldMk cId="0" sldId="261"/>
            <ac:spMk id="325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37.441" v="4" actId="255"/>
          <ac:spMkLst>
            <pc:docMk/>
            <pc:sldMk cId="0" sldId="261"/>
            <ac:spMk id="326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37.441" v="4" actId="255"/>
          <ac:spMkLst>
            <pc:docMk/>
            <pc:sldMk cId="0" sldId="261"/>
            <ac:spMk id="327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37.441" v="4" actId="255"/>
          <ac:spMkLst>
            <pc:docMk/>
            <pc:sldMk cId="0" sldId="261"/>
            <ac:spMk id="328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37.441" v="4" actId="255"/>
          <ac:spMkLst>
            <pc:docMk/>
            <pc:sldMk cId="0" sldId="261"/>
            <ac:spMk id="329" creationId="{00000000-0000-0000-0000-000000000000}"/>
          </ac:spMkLst>
        </pc:spChg>
        <pc:spChg chg="mod">
          <ac:chgData name="Chris Yeo" userId="e08c6731585f8500" providerId="LiveId" clId="{AD18F10C-B40B-5A8E-B104-2536816C6ABA}" dt="2025-10-27T07:24:37.441" v="4" actId="255"/>
          <ac:spMkLst>
            <pc:docMk/>
            <pc:sldMk cId="0" sldId="261"/>
            <ac:spMk id="330" creationId="{00000000-0000-0000-0000-000000000000}"/>
          </ac:spMkLst>
        </pc:spChg>
      </pc:sldChg>
      <pc:sldChg chg="delSp mod">
        <pc:chgData name="Chris Yeo" userId="e08c6731585f8500" providerId="LiveId" clId="{AD18F10C-B40B-5A8E-B104-2536816C6ABA}" dt="2025-10-27T07:41:29.653" v="10" actId="478"/>
        <pc:sldMkLst>
          <pc:docMk/>
          <pc:sldMk cId="0" sldId="262"/>
        </pc:sldMkLst>
        <pc:spChg chg="del">
          <ac:chgData name="Chris Yeo" userId="e08c6731585f8500" providerId="LiveId" clId="{AD18F10C-B40B-5A8E-B104-2536816C6ABA}" dt="2025-10-27T07:41:29.653" v="10" actId="478"/>
          <ac:spMkLst>
            <pc:docMk/>
            <pc:sldMk cId="0" sldId="262"/>
            <ac:spMk id="3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160dece1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160dece1c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1160dece1c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63ec8d7c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63ec8d7c1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263ec8d7c1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131b226d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131b226dd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1131b226dd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63ec8d7c1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63ec8d7c13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263ec8d7c13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63ec8d7c1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63ec8d7c13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263ec8d7c13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2" name="Google Shape;34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7600" y="214944"/>
            <a:ext cx="11074400" cy="622934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465481" y="2870069"/>
            <a:ext cx="4579929" cy="11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unito Sans ExtraBold"/>
              <a:buNone/>
              <a:defRPr sz="3600" b="0" i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465482" y="1795430"/>
            <a:ext cx="4579928" cy="1015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91919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91919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1919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1919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600"/>
              <a:buNone/>
              <a:defRPr sz="1600">
                <a:solidFill>
                  <a:srgbClr val="91919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600"/>
              <a:buNone/>
              <a:defRPr sz="1600">
                <a:solidFill>
                  <a:srgbClr val="91919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600"/>
              <a:buNone/>
              <a:defRPr sz="1600">
                <a:solidFill>
                  <a:srgbClr val="91919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600"/>
              <a:buNone/>
              <a:defRPr sz="1600">
                <a:solidFill>
                  <a:srgbClr val="919191"/>
                </a:solidFill>
              </a:defRPr>
            </a:lvl9pPr>
          </a:lstStyle>
          <a:p>
            <a:endParaRPr/>
          </a:p>
        </p:txBody>
      </p:sp>
      <p:pic>
        <p:nvPicPr>
          <p:cNvPr id="19" name="Google Shape;19;p2" descr="A close up of a logo&#10;&#10;Description automatically generated"/>
          <p:cNvPicPr preferRelativeResize="0"/>
          <p:nvPr/>
        </p:nvPicPr>
        <p:blipFill rotWithShape="1">
          <a:blip r:embed="rId3">
            <a:alphaModFix amt="34000"/>
          </a:blip>
          <a:srcRect l="20544" t="-1714" r="7330" b="79221"/>
          <a:stretch/>
        </p:blipFill>
        <p:spPr>
          <a:xfrm>
            <a:off x="0" y="5429730"/>
            <a:ext cx="4579929" cy="142827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000000">
                <a:alpha val="0"/>
              </a:srgbClr>
            </a:outerShdw>
          </a:effectLst>
        </p:spPr>
      </p:pic>
      <p:sp>
        <p:nvSpPr>
          <p:cNvPr id="20" name="Google Shape;20;p2"/>
          <p:cNvSpPr/>
          <p:nvPr/>
        </p:nvSpPr>
        <p:spPr>
          <a:xfrm>
            <a:off x="0" y="6175294"/>
            <a:ext cx="1440000" cy="16364"/>
          </a:xfrm>
          <a:prstGeom prst="rect">
            <a:avLst/>
          </a:prstGeom>
          <a:solidFill>
            <a:srgbClr val="CBAC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465480" y="6282061"/>
            <a:ext cx="622107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rPr>
              <a:t>Copyright @ 202</a:t>
            </a:r>
            <a:r>
              <a:rPr lang="en-US" sz="120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rPr>
              <a:t>4</a:t>
            </a:r>
            <a:r>
              <a:rPr lang="en-US" sz="1200" b="0" i="0" u="none" strike="noStrike" cap="none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rPr>
              <a:t> Sentient.io Pte Ltd. All rights reserved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rPr>
              <a:t>No part of these pages be reproduced or disseminated without permission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5757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2"/>
          </p:nvPr>
        </p:nvSpPr>
        <p:spPr>
          <a:xfrm>
            <a:off x="465482" y="4681246"/>
            <a:ext cx="4579928" cy="1015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91919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91919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1919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1919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600"/>
              <a:buNone/>
              <a:defRPr sz="1600">
                <a:solidFill>
                  <a:srgbClr val="91919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600"/>
              <a:buNone/>
              <a:defRPr sz="1600">
                <a:solidFill>
                  <a:srgbClr val="91919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600"/>
              <a:buNone/>
              <a:defRPr sz="1600">
                <a:solidFill>
                  <a:srgbClr val="91919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600"/>
              <a:buNone/>
              <a:defRPr sz="1600">
                <a:solidFill>
                  <a:srgbClr val="91919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021" y="301913"/>
            <a:ext cx="4207135" cy="1174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 Header">
  <p:cSld name="Top Header With List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3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3" descr="A picture containing drawing, table&#10;&#10;Description automatically generated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64395" y="459972"/>
            <a:ext cx="2115695" cy="11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1122242" y="157923"/>
            <a:ext cx="9966468" cy="93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  <a:defRPr sz="3200" b="1" i="0">
                <a:solidFill>
                  <a:srgbClr val="42424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1122242" y="1098585"/>
            <a:ext cx="9966468" cy="57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2"/>
          </p:nvPr>
        </p:nvSpPr>
        <p:spPr>
          <a:xfrm>
            <a:off x="1122363" y="1798638"/>
            <a:ext cx="1003935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AutoNum type="arabicPeriod"/>
              <a:defRPr sz="2200"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AutoNum type="arabicPeriod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AutoNum type="arabicPeriod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AutoNum type="arabicPeriod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AutoNum type="arabicPeriod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">
  <p:cSld name="Contact U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6194428" y="-73897"/>
            <a:ext cx="6123600" cy="7037614"/>
          </a:xfrm>
          <a:custGeom>
            <a:avLst/>
            <a:gdLst/>
            <a:ahLst/>
            <a:cxnLst/>
            <a:rect l="l" t="t" r="r" b="b"/>
            <a:pathLst>
              <a:path w="6123894" h="7037614" extrusionOk="0">
                <a:moveTo>
                  <a:pt x="0" y="7037614"/>
                </a:moveTo>
                <a:lnTo>
                  <a:pt x="1545996" y="16328"/>
                </a:lnTo>
                <a:lnTo>
                  <a:pt x="6123894" y="0"/>
                </a:lnTo>
                <a:lnTo>
                  <a:pt x="6037035" y="6988627"/>
                </a:lnTo>
                <a:lnTo>
                  <a:pt x="0" y="7037614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49936" t="-385" r="-2905" b="-385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-1925" y="1270"/>
            <a:ext cx="7766050" cy="6887281"/>
          </a:xfrm>
          <a:custGeom>
            <a:avLst/>
            <a:gdLst/>
            <a:ahLst/>
            <a:cxnLst/>
            <a:rect l="l" t="t" r="r" b="b"/>
            <a:pathLst>
              <a:path w="7766050" h="6887281" extrusionOk="0">
                <a:moveTo>
                  <a:pt x="0" y="6863786"/>
                </a:moveTo>
                <a:cubicBezTo>
                  <a:pt x="2192" y="4576069"/>
                  <a:pt x="4383" y="2288352"/>
                  <a:pt x="6575" y="635"/>
                </a:cubicBezTo>
                <a:lnTo>
                  <a:pt x="7766050" y="0"/>
                </a:lnTo>
                <a:lnTo>
                  <a:pt x="6232115" y="6887281"/>
                </a:lnTo>
                <a:lnTo>
                  <a:pt x="0" y="686378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609600" sx="97000" sy="97000" algn="ctr" rotWithShape="0">
              <a:srgbClr val="000000">
                <a:alpha val="3058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4" descr="A close up of a logo&#10;&#10;Description automatically generated"/>
          <p:cNvPicPr preferRelativeResize="0"/>
          <p:nvPr/>
        </p:nvPicPr>
        <p:blipFill rotWithShape="1">
          <a:blip r:embed="rId3">
            <a:alphaModFix amt="34000"/>
          </a:blip>
          <a:srcRect l="25368" t="-9944" r="-9227" b="83046"/>
          <a:stretch/>
        </p:blipFill>
        <p:spPr>
          <a:xfrm>
            <a:off x="0" y="4946497"/>
            <a:ext cx="5997574" cy="1923639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000000">
                <a:alpha val="0"/>
              </a:srgbClr>
            </a:outerShdw>
          </a:effectLst>
        </p:spPr>
      </p:pic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0" y="6175294"/>
            <a:ext cx="1440000" cy="16364"/>
          </a:xfrm>
          <a:prstGeom prst="rect">
            <a:avLst/>
          </a:prstGeom>
          <a:solidFill>
            <a:srgbClr val="CBAC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465480" y="6282061"/>
            <a:ext cx="622107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rPr>
              <a:t>Copyright @ 202</a:t>
            </a:r>
            <a:r>
              <a:rPr lang="en-US" sz="120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rPr>
              <a:t>4</a:t>
            </a:r>
            <a:r>
              <a:rPr lang="en-US" sz="1200" b="0" i="0" u="none" strike="noStrike" cap="none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rPr>
              <a:t> Sentient.io Pte Ltd. All rights reserved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rPr>
              <a:t>No part of these pages be reproduced or disseminated without permission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5757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908216" y="2282984"/>
            <a:ext cx="40464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Sentient.io Pte Ltd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3 Fusionopolis Place, </a:t>
            </a:r>
            <a:endParaRPr sz="1800" b="1" i="0" u="none" strike="noStrike" cap="non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#03-56 Galaxis Work Lofts </a:t>
            </a:r>
            <a:endParaRPr sz="1800" b="1" i="0" u="none" strike="noStrike" cap="non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Singapore 138523</a:t>
            </a:r>
            <a:endParaRPr sz="1800" b="1" i="0" u="none" strike="noStrike" cap="non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897371" y="1556577"/>
            <a:ext cx="33909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Contact 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908216" y="5624816"/>
            <a:ext cx="4046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www.sentient.io</a:t>
            </a:r>
            <a:endParaRPr sz="2400" b="1" i="0" u="none" strike="noStrike" cap="non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908216" y="4041358"/>
            <a:ext cx="2518666" cy="33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2"/>
          </p:nvPr>
        </p:nvSpPr>
        <p:spPr>
          <a:xfrm>
            <a:off x="3848293" y="4041358"/>
            <a:ext cx="2518666" cy="33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3"/>
          </p:nvPr>
        </p:nvSpPr>
        <p:spPr>
          <a:xfrm>
            <a:off x="908216" y="5071482"/>
            <a:ext cx="2518666" cy="33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4"/>
          </p:nvPr>
        </p:nvSpPr>
        <p:spPr>
          <a:xfrm>
            <a:off x="3848293" y="5071482"/>
            <a:ext cx="2518666" cy="33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5"/>
          </p:nvPr>
        </p:nvSpPr>
        <p:spPr>
          <a:xfrm>
            <a:off x="908216" y="3622258"/>
            <a:ext cx="2518666" cy="33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6"/>
          </p:nvPr>
        </p:nvSpPr>
        <p:spPr>
          <a:xfrm>
            <a:off x="3848293" y="3622258"/>
            <a:ext cx="2518666" cy="33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1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7"/>
          </p:nvPr>
        </p:nvSpPr>
        <p:spPr>
          <a:xfrm>
            <a:off x="908216" y="4727546"/>
            <a:ext cx="2518666" cy="33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body" idx="8"/>
          </p:nvPr>
        </p:nvSpPr>
        <p:spPr>
          <a:xfrm>
            <a:off x="3848293" y="4727546"/>
            <a:ext cx="2518666" cy="33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1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1" name="Google Shape;51;p4" descr="A close up of a logo&#10;&#10;Description automatically generated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443261" y="2424729"/>
            <a:ext cx="283589" cy="409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4" descr="A close up of a logo&#10;&#10;Description automatically generated"/>
          <p:cNvPicPr preferRelativeResize="0"/>
          <p:nvPr/>
        </p:nvPicPr>
        <p:blipFill rotWithShape="1">
          <a:blip r:embed="rId5">
            <a:alphaModFix amt="80000"/>
          </a:blip>
          <a:srcRect/>
          <a:stretch/>
        </p:blipFill>
        <p:spPr>
          <a:xfrm>
            <a:off x="3603042" y="4041358"/>
            <a:ext cx="169391" cy="26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4" descr="A close up of a logo&#10;&#10;Description automatically generated"/>
          <p:cNvPicPr preferRelativeResize="0"/>
          <p:nvPr/>
        </p:nvPicPr>
        <p:blipFill rotWithShape="1">
          <a:blip r:embed="rId6">
            <a:alphaModFix amt="80000"/>
          </a:blip>
          <a:srcRect/>
          <a:stretch/>
        </p:blipFill>
        <p:spPr>
          <a:xfrm>
            <a:off x="455273" y="4088132"/>
            <a:ext cx="276783" cy="218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 descr="A close up of a logo&#10;&#10;Description automatically generated"/>
          <p:cNvPicPr preferRelativeResize="0"/>
          <p:nvPr/>
        </p:nvPicPr>
        <p:blipFill rotWithShape="1">
          <a:blip r:embed="rId5">
            <a:alphaModFix amt="80000"/>
          </a:blip>
          <a:srcRect/>
          <a:stretch/>
        </p:blipFill>
        <p:spPr>
          <a:xfrm>
            <a:off x="3603042" y="5090227"/>
            <a:ext cx="169391" cy="26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4" descr="A close up of a logo&#10;&#10;Description automatically generated"/>
          <p:cNvPicPr preferRelativeResize="0"/>
          <p:nvPr/>
        </p:nvPicPr>
        <p:blipFill rotWithShape="1">
          <a:blip r:embed="rId6">
            <a:alphaModFix amt="80000"/>
          </a:blip>
          <a:srcRect/>
          <a:stretch/>
        </p:blipFill>
        <p:spPr>
          <a:xfrm>
            <a:off x="455273" y="5123749"/>
            <a:ext cx="276783" cy="218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 descr="A close up of a logo&#10;&#10;Description automatically generated"/>
          <p:cNvPicPr preferRelativeResize="0"/>
          <p:nvPr/>
        </p:nvPicPr>
        <p:blipFill rotWithShape="1">
          <a:blip r:embed="rId7">
            <a:alphaModFix amt="80000"/>
          </a:blip>
          <a:srcRect/>
          <a:stretch/>
        </p:blipFill>
        <p:spPr>
          <a:xfrm>
            <a:off x="443261" y="5708418"/>
            <a:ext cx="304758" cy="30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 descr="A close up of a logo&#10;&#10;Description automatically generated"/>
          <p:cNvPicPr preferRelativeResize="0"/>
          <p:nvPr/>
        </p:nvPicPr>
        <p:blipFill rotWithShape="1">
          <a:blip r:embed="rId3">
            <a:alphaModFix amt="34000"/>
          </a:blip>
          <a:srcRect l="-15182" t="9402" r="76577" b="-2860"/>
          <a:stretch/>
        </p:blipFill>
        <p:spPr>
          <a:xfrm rot="-5400000">
            <a:off x="4582231" y="-1569803"/>
            <a:ext cx="2171278" cy="5256409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000000">
                <a:alpha val="0"/>
              </a:srgbClr>
            </a:outerShdw>
          </a:effectLst>
        </p:spPr>
      </p:pic>
      <p:pic>
        <p:nvPicPr>
          <p:cNvPr id="58" name="Google Shape;58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6021" y="301913"/>
            <a:ext cx="4207135" cy="1174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 Header">
  <p:cSld name="Top 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5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" name="Google Shape;63;p5" descr="A picture containing drawing, table&#10;&#10;Description automatically generated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64395" y="459972"/>
            <a:ext cx="2115695" cy="11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 txBox="1">
            <a:spLocks noGrp="1"/>
          </p:cNvSpPr>
          <p:nvPr>
            <p:ph type="title"/>
          </p:nvPr>
        </p:nvSpPr>
        <p:spPr>
          <a:xfrm>
            <a:off x="1122242" y="157923"/>
            <a:ext cx="9966468" cy="93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  <a:defRPr sz="3200" b="1" i="0">
                <a:solidFill>
                  <a:srgbClr val="42424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body" idx="1"/>
          </p:nvPr>
        </p:nvSpPr>
        <p:spPr>
          <a:xfrm>
            <a:off x="1122242" y="1098585"/>
            <a:ext cx="9966468" cy="57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cons horizontal">
  <p:cSld name="3 icons horizontal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6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body" idx="1"/>
          </p:nvPr>
        </p:nvSpPr>
        <p:spPr>
          <a:xfrm>
            <a:off x="525265" y="3622166"/>
            <a:ext cx="3309649" cy="850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 i="0">
                <a:solidFill>
                  <a:srgbClr val="E53935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body" idx="2"/>
          </p:nvPr>
        </p:nvSpPr>
        <p:spPr>
          <a:xfrm>
            <a:off x="4446632" y="3622166"/>
            <a:ext cx="3309649" cy="89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 i="0">
                <a:solidFill>
                  <a:srgbClr val="B99E77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3"/>
          </p:nvPr>
        </p:nvSpPr>
        <p:spPr>
          <a:xfrm>
            <a:off x="8368002" y="3622166"/>
            <a:ext cx="3298733" cy="850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 i="0">
                <a:solidFill>
                  <a:srgbClr val="ABC445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body" idx="4"/>
          </p:nvPr>
        </p:nvSpPr>
        <p:spPr>
          <a:xfrm>
            <a:off x="525265" y="4518075"/>
            <a:ext cx="3309650" cy="150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3935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6"/>
          <p:cNvSpPr>
            <a:spLocks noGrp="1"/>
          </p:cNvSpPr>
          <p:nvPr>
            <p:ph type="pic" idx="5"/>
          </p:nvPr>
        </p:nvSpPr>
        <p:spPr>
          <a:xfrm>
            <a:off x="1437240" y="1943301"/>
            <a:ext cx="1485700" cy="1485699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6"/>
          <p:cNvSpPr>
            <a:spLocks noGrp="1"/>
          </p:cNvSpPr>
          <p:nvPr>
            <p:ph type="pic" idx="6"/>
          </p:nvPr>
        </p:nvSpPr>
        <p:spPr>
          <a:xfrm>
            <a:off x="5353150" y="1943301"/>
            <a:ext cx="1485700" cy="1485699"/>
          </a:xfrm>
          <a:prstGeom prst="ellipse">
            <a:avLst/>
          </a:prstGeom>
          <a:solidFill>
            <a:srgbClr val="B99E7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6"/>
          <p:cNvSpPr>
            <a:spLocks noGrp="1"/>
          </p:cNvSpPr>
          <p:nvPr>
            <p:ph type="pic" idx="7"/>
          </p:nvPr>
        </p:nvSpPr>
        <p:spPr>
          <a:xfrm>
            <a:off x="9269060" y="1949549"/>
            <a:ext cx="1485700" cy="1485699"/>
          </a:xfrm>
          <a:prstGeom prst="ellipse">
            <a:avLst/>
          </a:prstGeom>
          <a:solidFill>
            <a:srgbClr val="ABC4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6" name="Google Shape;76;p6" descr="A picture containing drawing, table&#10;&#10;Description automatically generated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64395" y="459972"/>
            <a:ext cx="2115695" cy="11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6"/>
          <p:cNvSpPr txBox="1">
            <a:spLocks noGrp="1"/>
          </p:cNvSpPr>
          <p:nvPr>
            <p:ph type="body" idx="8"/>
          </p:nvPr>
        </p:nvSpPr>
        <p:spPr>
          <a:xfrm>
            <a:off x="1122242" y="1098585"/>
            <a:ext cx="9966468" cy="57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6"/>
          <p:cNvSpPr txBox="1">
            <a:spLocks noGrp="1"/>
          </p:cNvSpPr>
          <p:nvPr>
            <p:ph type="title"/>
          </p:nvPr>
        </p:nvSpPr>
        <p:spPr>
          <a:xfrm>
            <a:off x="1122242" y="157923"/>
            <a:ext cx="9966468" cy="93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  <a:defRPr sz="3200" b="1" i="0">
                <a:solidFill>
                  <a:srgbClr val="42424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body" idx="9"/>
          </p:nvPr>
        </p:nvSpPr>
        <p:spPr>
          <a:xfrm>
            <a:off x="4446631" y="4518075"/>
            <a:ext cx="3309650" cy="150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BAC81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6"/>
          <p:cNvSpPr txBox="1">
            <a:spLocks noGrp="1"/>
          </p:cNvSpPr>
          <p:nvPr>
            <p:ph type="body" idx="13"/>
          </p:nvPr>
        </p:nvSpPr>
        <p:spPr>
          <a:xfrm>
            <a:off x="8367997" y="4518075"/>
            <a:ext cx="3309650" cy="150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BC445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1" name="Google Shape;8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cons vertical">
  <p:cSld name="3 icons vertical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7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7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body" idx="1"/>
          </p:nvPr>
        </p:nvSpPr>
        <p:spPr>
          <a:xfrm>
            <a:off x="2632361" y="2029291"/>
            <a:ext cx="4139500" cy="37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E53935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body" idx="2"/>
          </p:nvPr>
        </p:nvSpPr>
        <p:spPr>
          <a:xfrm>
            <a:off x="2632360" y="3417218"/>
            <a:ext cx="4139501" cy="28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B99E77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body" idx="3"/>
          </p:nvPr>
        </p:nvSpPr>
        <p:spPr>
          <a:xfrm>
            <a:off x="2632359" y="4764444"/>
            <a:ext cx="3298733" cy="371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ABC445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body" idx="4"/>
          </p:nvPr>
        </p:nvSpPr>
        <p:spPr>
          <a:xfrm>
            <a:off x="2632360" y="2475730"/>
            <a:ext cx="8456349" cy="67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3935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7"/>
          <p:cNvSpPr>
            <a:spLocks noGrp="1"/>
          </p:cNvSpPr>
          <p:nvPr>
            <p:ph type="pic" idx="5"/>
          </p:nvPr>
        </p:nvSpPr>
        <p:spPr>
          <a:xfrm>
            <a:off x="1380113" y="2070022"/>
            <a:ext cx="1080000" cy="10800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7"/>
          <p:cNvSpPr>
            <a:spLocks noGrp="1"/>
          </p:cNvSpPr>
          <p:nvPr>
            <p:ph type="pic" idx="6"/>
          </p:nvPr>
        </p:nvSpPr>
        <p:spPr>
          <a:xfrm>
            <a:off x="1380113" y="3444320"/>
            <a:ext cx="1080000" cy="1080000"/>
          </a:xfrm>
          <a:prstGeom prst="ellipse">
            <a:avLst/>
          </a:prstGeom>
          <a:solidFill>
            <a:srgbClr val="B99E7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7"/>
          <p:cNvSpPr>
            <a:spLocks noGrp="1"/>
          </p:cNvSpPr>
          <p:nvPr>
            <p:ph type="pic" idx="7"/>
          </p:nvPr>
        </p:nvSpPr>
        <p:spPr>
          <a:xfrm>
            <a:off x="1380113" y="4818618"/>
            <a:ext cx="1080000" cy="1080000"/>
          </a:xfrm>
          <a:prstGeom prst="ellipse">
            <a:avLst/>
          </a:prstGeom>
          <a:solidFill>
            <a:srgbClr val="ABC4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2" name="Google Shape;92;p7" descr="A picture containing drawing, table&#10;&#10;Description automatically generated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64395" y="459972"/>
            <a:ext cx="2115695" cy="11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 txBox="1">
            <a:spLocks noGrp="1"/>
          </p:cNvSpPr>
          <p:nvPr>
            <p:ph type="body" idx="8"/>
          </p:nvPr>
        </p:nvSpPr>
        <p:spPr>
          <a:xfrm>
            <a:off x="1122242" y="1098585"/>
            <a:ext cx="9966468" cy="57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1122242" y="157923"/>
            <a:ext cx="9966468" cy="93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  <a:defRPr sz="3200" b="1" i="0">
                <a:solidFill>
                  <a:srgbClr val="42424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9"/>
          </p:nvPr>
        </p:nvSpPr>
        <p:spPr>
          <a:xfrm>
            <a:off x="2632359" y="3762992"/>
            <a:ext cx="8456349" cy="734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BAC81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body" idx="13"/>
          </p:nvPr>
        </p:nvSpPr>
        <p:spPr>
          <a:xfrm>
            <a:off x="2632358" y="5201281"/>
            <a:ext cx="8456349" cy="734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BC445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 titles vertical">
  <p:cSld name="1_3 titles vertical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1122245" y="3310615"/>
            <a:ext cx="4139500" cy="37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E53935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1122244" y="1892849"/>
            <a:ext cx="4139501" cy="28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B99E77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body" idx="3"/>
          </p:nvPr>
        </p:nvSpPr>
        <p:spPr>
          <a:xfrm>
            <a:off x="1122243" y="4675532"/>
            <a:ext cx="3298733" cy="371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ABC445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body" idx="4"/>
          </p:nvPr>
        </p:nvSpPr>
        <p:spPr>
          <a:xfrm>
            <a:off x="1122244" y="3758655"/>
            <a:ext cx="8456349" cy="67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3935"/>
              </a:buClr>
              <a:buSzPts val="1600"/>
              <a:buFont typeface="Arial"/>
              <a:buNone/>
              <a:defRPr sz="16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5" name="Google Shape;105;p8" descr="A picture containing drawing, table&#10;&#10;Description automatically generated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64395" y="459972"/>
            <a:ext cx="2115695" cy="11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 txBox="1">
            <a:spLocks noGrp="1"/>
          </p:cNvSpPr>
          <p:nvPr>
            <p:ph type="body" idx="5"/>
          </p:nvPr>
        </p:nvSpPr>
        <p:spPr>
          <a:xfrm>
            <a:off x="1122242" y="1098585"/>
            <a:ext cx="9966468" cy="57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8"/>
          <p:cNvSpPr txBox="1">
            <a:spLocks noGrp="1"/>
          </p:cNvSpPr>
          <p:nvPr>
            <p:ph type="title"/>
          </p:nvPr>
        </p:nvSpPr>
        <p:spPr>
          <a:xfrm>
            <a:off x="1122242" y="157923"/>
            <a:ext cx="9966468" cy="93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  <a:defRPr sz="3200" b="1" i="0">
                <a:solidFill>
                  <a:srgbClr val="42424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8"/>
          <p:cNvSpPr txBox="1">
            <a:spLocks noGrp="1"/>
          </p:cNvSpPr>
          <p:nvPr>
            <p:ph type="body" idx="6"/>
          </p:nvPr>
        </p:nvSpPr>
        <p:spPr>
          <a:xfrm>
            <a:off x="1122243" y="2389779"/>
            <a:ext cx="8456349" cy="734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BAC81"/>
              </a:buClr>
              <a:buSzPts val="1600"/>
              <a:buFont typeface="Arial"/>
              <a:buNone/>
              <a:defRPr sz="16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body" idx="7"/>
          </p:nvPr>
        </p:nvSpPr>
        <p:spPr>
          <a:xfrm>
            <a:off x="1122242" y="5201281"/>
            <a:ext cx="8456349" cy="734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BC445"/>
              </a:buClr>
              <a:buSzPts val="1600"/>
              <a:buFont typeface="Arial"/>
              <a:buNone/>
              <a:defRPr sz="16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0" name="Google Shape;11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4994" y="2269935"/>
            <a:ext cx="35941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34994" y="3654689"/>
            <a:ext cx="35941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34994" y="5107736"/>
            <a:ext cx="3594100" cy="4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cons horizontal">
  <p:cSld name="4 icons horizontal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9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9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9" descr="A picture containing drawing, table&#10;&#10;Description automatically generated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64395" y="459972"/>
            <a:ext cx="2115695" cy="11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9"/>
          <p:cNvSpPr txBox="1">
            <a:spLocks noGrp="1"/>
          </p:cNvSpPr>
          <p:nvPr>
            <p:ph type="body" idx="1"/>
          </p:nvPr>
        </p:nvSpPr>
        <p:spPr>
          <a:xfrm>
            <a:off x="1122242" y="1098585"/>
            <a:ext cx="9966468" cy="57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9"/>
          <p:cNvSpPr>
            <a:spLocks noGrp="1"/>
          </p:cNvSpPr>
          <p:nvPr>
            <p:ph type="pic" idx="2"/>
          </p:nvPr>
        </p:nvSpPr>
        <p:spPr>
          <a:xfrm>
            <a:off x="866772" y="2109631"/>
            <a:ext cx="1485700" cy="1485699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9"/>
          <p:cNvSpPr>
            <a:spLocks noGrp="1"/>
          </p:cNvSpPr>
          <p:nvPr>
            <p:ph type="pic" idx="3"/>
          </p:nvPr>
        </p:nvSpPr>
        <p:spPr>
          <a:xfrm>
            <a:off x="3879568" y="2109631"/>
            <a:ext cx="1485700" cy="1485699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" name="Google Shape;121;p9"/>
          <p:cNvSpPr>
            <a:spLocks noGrp="1"/>
          </p:cNvSpPr>
          <p:nvPr>
            <p:ph type="pic" idx="4"/>
          </p:nvPr>
        </p:nvSpPr>
        <p:spPr>
          <a:xfrm>
            <a:off x="6892037" y="2109631"/>
            <a:ext cx="1485700" cy="1485699"/>
          </a:xfrm>
          <a:prstGeom prst="ellipse">
            <a:avLst/>
          </a:prstGeom>
          <a:solidFill>
            <a:srgbClr val="B99E7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" name="Google Shape;122;p9"/>
          <p:cNvSpPr>
            <a:spLocks noGrp="1"/>
          </p:cNvSpPr>
          <p:nvPr>
            <p:ph type="pic" idx="5"/>
          </p:nvPr>
        </p:nvSpPr>
        <p:spPr>
          <a:xfrm>
            <a:off x="9904506" y="2109631"/>
            <a:ext cx="1485700" cy="1485699"/>
          </a:xfrm>
          <a:prstGeom prst="ellipse">
            <a:avLst/>
          </a:prstGeom>
          <a:solidFill>
            <a:srgbClr val="ABC4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title"/>
          </p:nvPr>
        </p:nvSpPr>
        <p:spPr>
          <a:xfrm>
            <a:off x="1122242" y="157923"/>
            <a:ext cx="9966468" cy="93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  <a:defRPr sz="3200" b="1" i="0">
                <a:solidFill>
                  <a:srgbClr val="42424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body" idx="6"/>
          </p:nvPr>
        </p:nvSpPr>
        <p:spPr>
          <a:xfrm>
            <a:off x="3351961" y="4352401"/>
            <a:ext cx="2540914" cy="150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3935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body" idx="7"/>
          </p:nvPr>
        </p:nvSpPr>
        <p:spPr>
          <a:xfrm>
            <a:off x="6364430" y="4352401"/>
            <a:ext cx="2540914" cy="150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BAC81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body" idx="8"/>
          </p:nvPr>
        </p:nvSpPr>
        <p:spPr>
          <a:xfrm>
            <a:off x="9376899" y="4352401"/>
            <a:ext cx="2540914" cy="150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BC445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body" idx="9"/>
          </p:nvPr>
        </p:nvSpPr>
        <p:spPr>
          <a:xfrm>
            <a:off x="338838" y="4352401"/>
            <a:ext cx="2541568" cy="150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body" idx="13"/>
          </p:nvPr>
        </p:nvSpPr>
        <p:spPr>
          <a:xfrm>
            <a:off x="338837" y="3657600"/>
            <a:ext cx="2541569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body" idx="14"/>
          </p:nvPr>
        </p:nvSpPr>
        <p:spPr>
          <a:xfrm>
            <a:off x="3351306" y="3657600"/>
            <a:ext cx="2541569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rgbClr val="E5393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9"/>
          <p:cNvSpPr txBox="1">
            <a:spLocks noGrp="1"/>
          </p:cNvSpPr>
          <p:nvPr>
            <p:ph type="body" idx="15"/>
          </p:nvPr>
        </p:nvSpPr>
        <p:spPr>
          <a:xfrm>
            <a:off x="6363775" y="3657600"/>
            <a:ext cx="2541569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rgbClr val="CBAC8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9"/>
          <p:cNvSpPr txBox="1">
            <a:spLocks noGrp="1"/>
          </p:cNvSpPr>
          <p:nvPr>
            <p:ph type="body" idx="16"/>
          </p:nvPr>
        </p:nvSpPr>
        <p:spPr>
          <a:xfrm>
            <a:off x="9365767" y="3657600"/>
            <a:ext cx="2541569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rgbClr val="ABC44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2" name="Google Shape;1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 text horizontal">
  <p:cSld name="4 col text horizontal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0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0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6" name="Google Shape;136;p10" descr="A picture containing drawing, table&#10;&#10;Description automatically generated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64395" y="459972"/>
            <a:ext cx="2115695" cy="11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0"/>
          <p:cNvSpPr txBox="1">
            <a:spLocks noGrp="1"/>
          </p:cNvSpPr>
          <p:nvPr>
            <p:ph type="body" idx="1"/>
          </p:nvPr>
        </p:nvSpPr>
        <p:spPr>
          <a:xfrm>
            <a:off x="1122242" y="1098585"/>
            <a:ext cx="9966468" cy="57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10"/>
          <p:cNvSpPr txBox="1">
            <a:spLocks noGrp="1"/>
          </p:cNvSpPr>
          <p:nvPr>
            <p:ph type="title"/>
          </p:nvPr>
        </p:nvSpPr>
        <p:spPr>
          <a:xfrm>
            <a:off x="1122242" y="157923"/>
            <a:ext cx="9966468" cy="93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  <a:defRPr sz="3200" b="1" i="0">
                <a:solidFill>
                  <a:srgbClr val="42424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0"/>
          <p:cNvSpPr txBox="1">
            <a:spLocks noGrp="1"/>
          </p:cNvSpPr>
          <p:nvPr>
            <p:ph type="body" idx="2"/>
          </p:nvPr>
        </p:nvSpPr>
        <p:spPr>
          <a:xfrm>
            <a:off x="339493" y="2892400"/>
            <a:ext cx="2540914" cy="150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3935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body" idx="3"/>
          </p:nvPr>
        </p:nvSpPr>
        <p:spPr>
          <a:xfrm>
            <a:off x="3351962" y="2892400"/>
            <a:ext cx="2540914" cy="150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BAC81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10"/>
          <p:cNvSpPr txBox="1">
            <a:spLocks noGrp="1"/>
          </p:cNvSpPr>
          <p:nvPr>
            <p:ph type="body" idx="4"/>
          </p:nvPr>
        </p:nvSpPr>
        <p:spPr>
          <a:xfrm>
            <a:off x="6364431" y="2892400"/>
            <a:ext cx="2540914" cy="150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BC445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0"/>
          <p:cNvSpPr txBox="1">
            <a:spLocks noGrp="1"/>
          </p:cNvSpPr>
          <p:nvPr>
            <p:ph type="body" idx="5"/>
          </p:nvPr>
        </p:nvSpPr>
        <p:spPr>
          <a:xfrm>
            <a:off x="9355292" y="2892400"/>
            <a:ext cx="2541568" cy="150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body" idx="6"/>
          </p:nvPr>
        </p:nvSpPr>
        <p:spPr>
          <a:xfrm>
            <a:off x="9355291" y="2197599"/>
            <a:ext cx="2541569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body" idx="7"/>
          </p:nvPr>
        </p:nvSpPr>
        <p:spPr>
          <a:xfrm>
            <a:off x="338838" y="2197599"/>
            <a:ext cx="2541569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rgbClr val="E5393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0"/>
          <p:cNvSpPr txBox="1">
            <a:spLocks noGrp="1"/>
          </p:cNvSpPr>
          <p:nvPr>
            <p:ph type="body" idx="8"/>
          </p:nvPr>
        </p:nvSpPr>
        <p:spPr>
          <a:xfrm>
            <a:off x="3351307" y="2197599"/>
            <a:ext cx="2541569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rgbClr val="CBAC8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0"/>
          <p:cNvSpPr txBox="1">
            <a:spLocks noGrp="1"/>
          </p:cNvSpPr>
          <p:nvPr>
            <p:ph type="body" idx="9"/>
          </p:nvPr>
        </p:nvSpPr>
        <p:spPr>
          <a:xfrm>
            <a:off x="6353299" y="2197599"/>
            <a:ext cx="2541569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rgbClr val="ABC44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47" name="Google Shape;14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cons vertical">
  <p:cSld name="4 icons vertical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1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1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1"/>
          <p:cNvSpPr>
            <a:spLocks noGrp="1"/>
          </p:cNvSpPr>
          <p:nvPr>
            <p:ph type="pic" idx="2"/>
          </p:nvPr>
        </p:nvSpPr>
        <p:spPr>
          <a:xfrm>
            <a:off x="338838" y="3994077"/>
            <a:ext cx="1485700" cy="1485699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11"/>
          <p:cNvSpPr>
            <a:spLocks noGrp="1"/>
          </p:cNvSpPr>
          <p:nvPr>
            <p:ph type="pic" idx="3"/>
          </p:nvPr>
        </p:nvSpPr>
        <p:spPr>
          <a:xfrm>
            <a:off x="338838" y="2077861"/>
            <a:ext cx="1485700" cy="1485699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11"/>
          <p:cNvSpPr>
            <a:spLocks noGrp="1"/>
          </p:cNvSpPr>
          <p:nvPr>
            <p:ph type="pic" idx="4"/>
          </p:nvPr>
        </p:nvSpPr>
        <p:spPr>
          <a:xfrm>
            <a:off x="6220637" y="2055574"/>
            <a:ext cx="1485700" cy="1485699"/>
          </a:xfrm>
          <a:prstGeom prst="ellipse">
            <a:avLst/>
          </a:prstGeom>
          <a:solidFill>
            <a:srgbClr val="B99E7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1"/>
          <p:cNvSpPr>
            <a:spLocks noGrp="1"/>
          </p:cNvSpPr>
          <p:nvPr>
            <p:ph type="pic" idx="5"/>
          </p:nvPr>
        </p:nvSpPr>
        <p:spPr>
          <a:xfrm>
            <a:off x="6215388" y="4083348"/>
            <a:ext cx="1485700" cy="1485699"/>
          </a:xfrm>
          <a:prstGeom prst="ellipse">
            <a:avLst/>
          </a:prstGeom>
          <a:solidFill>
            <a:srgbClr val="ABC4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5" name="Google Shape;155;p11" descr="A picture containing drawing, table&#10;&#10;Description automatically generated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64395" y="459972"/>
            <a:ext cx="2115695" cy="11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1122242" y="1098585"/>
            <a:ext cx="9966468" cy="57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11"/>
          <p:cNvSpPr txBox="1">
            <a:spLocks noGrp="1"/>
          </p:cNvSpPr>
          <p:nvPr>
            <p:ph type="title"/>
          </p:nvPr>
        </p:nvSpPr>
        <p:spPr>
          <a:xfrm>
            <a:off x="1122242" y="157923"/>
            <a:ext cx="9966468" cy="93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  <a:defRPr sz="3200" b="1" i="0">
                <a:solidFill>
                  <a:srgbClr val="42424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1"/>
          <p:cNvSpPr txBox="1">
            <a:spLocks noGrp="1"/>
          </p:cNvSpPr>
          <p:nvPr>
            <p:ph type="body" idx="6"/>
          </p:nvPr>
        </p:nvSpPr>
        <p:spPr>
          <a:xfrm>
            <a:off x="1928638" y="2673857"/>
            <a:ext cx="4042726" cy="889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3935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11"/>
          <p:cNvSpPr txBox="1">
            <a:spLocks noGrp="1"/>
          </p:cNvSpPr>
          <p:nvPr>
            <p:ph type="body" idx="7"/>
          </p:nvPr>
        </p:nvSpPr>
        <p:spPr>
          <a:xfrm>
            <a:off x="7836140" y="2673858"/>
            <a:ext cx="4155175" cy="75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BAC81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body" idx="8"/>
          </p:nvPr>
        </p:nvSpPr>
        <p:spPr>
          <a:xfrm>
            <a:off x="7846617" y="4679345"/>
            <a:ext cx="4144337" cy="889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BC445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11"/>
          <p:cNvSpPr txBox="1">
            <a:spLocks noGrp="1"/>
          </p:cNvSpPr>
          <p:nvPr>
            <p:ph type="body" idx="9"/>
          </p:nvPr>
        </p:nvSpPr>
        <p:spPr>
          <a:xfrm>
            <a:off x="1927983" y="4679345"/>
            <a:ext cx="4042725" cy="80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11"/>
          <p:cNvSpPr txBox="1">
            <a:spLocks noGrp="1"/>
          </p:cNvSpPr>
          <p:nvPr>
            <p:ph type="body" idx="13"/>
          </p:nvPr>
        </p:nvSpPr>
        <p:spPr>
          <a:xfrm>
            <a:off x="1927983" y="3984544"/>
            <a:ext cx="4042726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11"/>
          <p:cNvSpPr txBox="1">
            <a:spLocks noGrp="1"/>
          </p:cNvSpPr>
          <p:nvPr>
            <p:ph type="body" idx="14"/>
          </p:nvPr>
        </p:nvSpPr>
        <p:spPr>
          <a:xfrm>
            <a:off x="1927983" y="1979056"/>
            <a:ext cx="4043768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rgbClr val="E5393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11"/>
          <p:cNvSpPr txBox="1">
            <a:spLocks noGrp="1"/>
          </p:cNvSpPr>
          <p:nvPr>
            <p:ph type="body" idx="15"/>
          </p:nvPr>
        </p:nvSpPr>
        <p:spPr>
          <a:xfrm>
            <a:off x="7835486" y="1979057"/>
            <a:ext cx="4156247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rgbClr val="CBAC8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11"/>
          <p:cNvSpPr txBox="1">
            <a:spLocks noGrp="1"/>
          </p:cNvSpPr>
          <p:nvPr>
            <p:ph type="body" idx="16"/>
          </p:nvPr>
        </p:nvSpPr>
        <p:spPr>
          <a:xfrm>
            <a:off x="7835485" y="3984544"/>
            <a:ext cx="4145405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rgbClr val="ABC44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6" name="Google Shape;16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s ">
  <p:cSld name="Logos 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2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2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0" name="Google Shape;170;p12" descr="A picture containing drawing, table&#10;&#10;Description automatically generated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64395" y="459972"/>
            <a:ext cx="2115695" cy="11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2"/>
          <p:cNvSpPr txBox="1">
            <a:spLocks noGrp="1"/>
          </p:cNvSpPr>
          <p:nvPr>
            <p:ph type="title"/>
          </p:nvPr>
        </p:nvSpPr>
        <p:spPr>
          <a:xfrm>
            <a:off x="1122242" y="157923"/>
            <a:ext cx="9966468" cy="93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  <a:defRPr sz="3200" b="1" i="0">
                <a:solidFill>
                  <a:srgbClr val="42424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2"/>
          <p:cNvSpPr txBox="1">
            <a:spLocks noGrp="1"/>
          </p:cNvSpPr>
          <p:nvPr>
            <p:ph type="body" idx="1"/>
          </p:nvPr>
        </p:nvSpPr>
        <p:spPr>
          <a:xfrm>
            <a:off x="1122242" y="1098585"/>
            <a:ext cx="9966468" cy="57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2"/>
          <p:cNvSpPr>
            <a:spLocks noGrp="1"/>
          </p:cNvSpPr>
          <p:nvPr>
            <p:ph type="pic" idx="2"/>
          </p:nvPr>
        </p:nvSpPr>
        <p:spPr>
          <a:xfrm>
            <a:off x="413609" y="2223354"/>
            <a:ext cx="2590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p12"/>
          <p:cNvSpPr>
            <a:spLocks noGrp="1"/>
          </p:cNvSpPr>
          <p:nvPr>
            <p:ph type="pic" idx="3"/>
          </p:nvPr>
        </p:nvSpPr>
        <p:spPr>
          <a:xfrm>
            <a:off x="413609" y="4090254"/>
            <a:ext cx="2590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" name="Google Shape;175;p12"/>
          <p:cNvSpPr>
            <a:spLocks noGrp="1"/>
          </p:cNvSpPr>
          <p:nvPr>
            <p:ph type="pic" idx="4"/>
          </p:nvPr>
        </p:nvSpPr>
        <p:spPr>
          <a:xfrm>
            <a:off x="3301141" y="2223354"/>
            <a:ext cx="2590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" name="Google Shape;176;p12"/>
          <p:cNvSpPr>
            <a:spLocks noGrp="1"/>
          </p:cNvSpPr>
          <p:nvPr>
            <p:ph type="pic" idx="5"/>
          </p:nvPr>
        </p:nvSpPr>
        <p:spPr>
          <a:xfrm>
            <a:off x="3301141" y="4090254"/>
            <a:ext cx="2590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p12"/>
          <p:cNvSpPr>
            <a:spLocks noGrp="1"/>
          </p:cNvSpPr>
          <p:nvPr>
            <p:ph type="pic" idx="6"/>
          </p:nvPr>
        </p:nvSpPr>
        <p:spPr>
          <a:xfrm>
            <a:off x="6244366" y="2223354"/>
            <a:ext cx="2590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2"/>
          <p:cNvSpPr>
            <a:spLocks noGrp="1"/>
          </p:cNvSpPr>
          <p:nvPr>
            <p:ph type="pic" idx="7"/>
          </p:nvPr>
        </p:nvSpPr>
        <p:spPr>
          <a:xfrm>
            <a:off x="6244366" y="4090254"/>
            <a:ext cx="2590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2"/>
          <p:cNvSpPr>
            <a:spLocks noGrp="1"/>
          </p:cNvSpPr>
          <p:nvPr>
            <p:ph type="pic" idx="8"/>
          </p:nvPr>
        </p:nvSpPr>
        <p:spPr>
          <a:xfrm>
            <a:off x="9187591" y="2223354"/>
            <a:ext cx="2590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2"/>
          <p:cNvSpPr>
            <a:spLocks noGrp="1"/>
          </p:cNvSpPr>
          <p:nvPr>
            <p:ph type="pic" idx="9"/>
          </p:nvPr>
        </p:nvSpPr>
        <p:spPr>
          <a:xfrm>
            <a:off x="9187591" y="4090254"/>
            <a:ext cx="2590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1" name="Google Shape;18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Header">
  <p:cSld name="Side Header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3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1122241" y="2170615"/>
            <a:ext cx="4973757" cy="112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  <a:defRPr sz="3200" b="1" i="0">
                <a:solidFill>
                  <a:srgbClr val="42424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6" name="Google Shape;186;p13" descr="A picture containing drawing, table&#10;&#10;Description automatically generated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64395" y="2733389"/>
            <a:ext cx="2115695" cy="11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3"/>
          <p:cNvSpPr txBox="1">
            <a:spLocks noGrp="1"/>
          </p:cNvSpPr>
          <p:nvPr>
            <p:ph type="body" idx="1"/>
          </p:nvPr>
        </p:nvSpPr>
        <p:spPr>
          <a:xfrm>
            <a:off x="1122242" y="3467637"/>
            <a:ext cx="4973758" cy="954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88" name="Google Shape;18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header with image">
  <p:cSld name="Side header with image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>
            <a:spLocks noGrp="1"/>
          </p:cNvSpPr>
          <p:nvPr>
            <p:ph type="pic" idx="2"/>
          </p:nvPr>
        </p:nvSpPr>
        <p:spPr>
          <a:xfrm>
            <a:off x="6203950" y="-10001"/>
            <a:ext cx="5997574" cy="688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-1925" y="1270"/>
            <a:ext cx="7766050" cy="6887281"/>
          </a:xfrm>
          <a:custGeom>
            <a:avLst/>
            <a:gdLst/>
            <a:ahLst/>
            <a:cxnLst/>
            <a:rect l="l" t="t" r="r" b="b"/>
            <a:pathLst>
              <a:path w="7766050" h="6887281" extrusionOk="0">
                <a:moveTo>
                  <a:pt x="0" y="6863786"/>
                </a:moveTo>
                <a:cubicBezTo>
                  <a:pt x="2192" y="4576069"/>
                  <a:pt x="4383" y="2288352"/>
                  <a:pt x="6575" y="635"/>
                </a:cubicBezTo>
                <a:lnTo>
                  <a:pt x="7766050" y="0"/>
                </a:lnTo>
                <a:lnTo>
                  <a:pt x="6232115" y="6887281"/>
                </a:lnTo>
                <a:lnTo>
                  <a:pt x="0" y="686378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609600" sx="90000" sy="90000" algn="ctr" rotWithShape="0">
              <a:srgbClr val="000000">
                <a:alpha val="7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14" descr="A close up of a logo&#10;&#10;Description automatically generated"/>
          <p:cNvPicPr preferRelativeResize="0"/>
          <p:nvPr/>
        </p:nvPicPr>
        <p:blipFill rotWithShape="1">
          <a:blip r:embed="rId2">
            <a:alphaModFix amt="34000"/>
          </a:blip>
          <a:srcRect l="25368" t="-9944" r="-9227" b="83046"/>
          <a:stretch/>
        </p:blipFill>
        <p:spPr>
          <a:xfrm>
            <a:off x="0" y="4946497"/>
            <a:ext cx="5997574" cy="1923639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000000">
                <a:alpha val="0"/>
              </a:srgbClr>
            </a:outerShdw>
          </a:effectLst>
        </p:spPr>
      </p:pic>
      <p:sp>
        <p:nvSpPr>
          <p:cNvPr id="193" name="Google Shape;193;p14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14"/>
          <p:cNvSpPr txBox="1">
            <a:spLocks noGrp="1"/>
          </p:cNvSpPr>
          <p:nvPr>
            <p:ph type="title"/>
          </p:nvPr>
        </p:nvSpPr>
        <p:spPr>
          <a:xfrm>
            <a:off x="1122241" y="2170615"/>
            <a:ext cx="4973757" cy="112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  <a:defRPr sz="3200" b="1" i="0">
                <a:solidFill>
                  <a:srgbClr val="42424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5" name="Google Shape;195;p14" descr="A picture containing drawing, table&#10;&#10;Description automatically generated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64395" y="2733389"/>
            <a:ext cx="2115695" cy="11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4"/>
          <p:cNvSpPr txBox="1">
            <a:spLocks noGrp="1"/>
          </p:cNvSpPr>
          <p:nvPr>
            <p:ph type="body" idx="1"/>
          </p:nvPr>
        </p:nvSpPr>
        <p:spPr>
          <a:xfrm>
            <a:off x="1122242" y="3467637"/>
            <a:ext cx="4973758" cy="954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7" name="Google Shape;19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5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5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round picture">
  <p:cSld name="Title Slide with round picture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6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16"/>
          <p:cNvSpPr txBox="1">
            <a:spLocks noGrp="1"/>
          </p:cNvSpPr>
          <p:nvPr>
            <p:ph type="title"/>
          </p:nvPr>
        </p:nvSpPr>
        <p:spPr>
          <a:xfrm>
            <a:off x="1122241" y="2170615"/>
            <a:ext cx="4973757" cy="112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  <a:defRPr sz="3200" b="1" i="0">
                <a:solidFill>
                  <a:srgbClr val="42424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7" name="Google Shape;207;p16" descr="A picture containing drawing, table&#10;&#10;Description automatically generated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64395" y="2733389"/>
            <a:ext cx="2115695" cy="11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6"/>
          <p:cNvSpPr txBox="1">
            <a:spLocks noGrp="1"/>
          </p:cNvSpPr>
          <p:nvPr>
            <p:ph type="body" idx="1"/>
          </p:nvPr>
        </p:nvSpPr>
        <p:spPr>
          <a:xfrm>
            <a:off x="1122242" y="3467637"/>
            <a:ext cx="4973758" cy="954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6413500" y="0"/>
            <a:ext cx="57785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round picture_large">
  <p:cSld name="Title Slide with round picture_large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7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17"/>
          <p:cNvSpPr>
            <a:spLocks noGrp="1"/>
          </p:cNvSpPr>
          <p:nvPr>
            <p:ph type="pic" idx="2"/>
          </p:nvPr>
        </p:nvSpPr>
        <p:spPr>
          <a:xfrm>
            <a:off x="3853193" y="-19878"/>
            <a:ext cx="8392491" cy="688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with round picture">
  <p:cSld name="Blank Slide with round picture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8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18"/>
          <p:cNvSpPr>
            <a:spLocks noGrp="1"/>
          </p:cNvSpPr>
          <p:nvPr>
            <p:ph type="pic" idx="2"/>
          </p:nvPr>
        </p:nvSpPr>
        <p:spPr>
          <a:xfrm>
            <a:off x="3003764" y="0"/>
            <a:ext cx="9188236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wo Content">
  <p:cSld name="3_Two Content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9" descr="A picture containing game, guitar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2692399"/>
            <a:ext cx="12192000" cy="41656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9191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19" descr="A picture containing drawing, table&#10;&#10;Description automatically generated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64395" y="459972"/>
            <a:ext cx="2115695" cy="11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>
            <a:spLocks noGrp="1"/>
          </p:cNvSpPr>
          <p:nvPr>
            <p:ph type="title"/>
          </p:nvPr>
        </p:nvSpPr>
        <p:spPr>
          <a:xfrm>
            <a:off x="1122242" y="157923"/>
            <a:ext cx="9966468" cy="93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  <a:defRPr sz="3200" b="1" i="0">
                <a:solidFill>
                  <a:srgbClr val="42424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9"/>
          <p:cNvSpPr txBox="1">
            <a:spLocks noGrp="1"/>
          </p:cNvSpPr>
          <p:nvPr>
            <p:ph type="body" idx="1"/>
          </p:nvPr>
        </p:nvSpPr>
        <p:spPr>
          <a:xfrm>
            <a:off x="1122242" y="1098585"/>
            <a:ext cx="9966468" cy="57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6" name="Google Shape;226;p19" descr="A picture containing drawing, table&#10;&#10;Description automatically generated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1306855" y="3173203"/>
            <a:ext cx="2067552" cy="71950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 txBox="1">
            <a:spLocks noGrp="1"/>
          </p:cNvSpPr>
          <p:nvPr>
            <p:ph type="body" idx="2"/>
          </p:nvPr>
        </p:nvSpPr>
        <p:spPr>
          <a:xfrm>
            <a:off x="838201" y="1993684"/>
            <a:ext cx="3258786" cy="852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 i="0">
                <a:solidFill>
                  <a:srgbClr val="42424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19"/>
          <p:cNvSpPr txBox="1">
            <a:spLocks noGrp="1"/>
          </p:cNvSpPr>
          <p:nvPr>
            <p:ph type="body" idx="3"/>
          </p:nvPr>
        </p:nvSpPr>
        <p:spPr>
          <a:xfrm>
            <a:off x="4466607" y="1993684"/>
            <a:ext cx="3258786" cy="852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 i="0">
                <a:solidFill>
                  <a:srgbClr val="42424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19"/>
          <p:cNvSpPr txBox="1">
            <a:spLocks noGrp="1"/>
          </p:cNvSpPr>
          <p:nvPr>
            <p:ph type="body" idx="4"/>
          </p:nvPr>
        </p:nvSpPr>
        <p:spPr>
          <a:xfrm>
            <a:off x="8095013" y="1993684"/>
            <a:ext cx="3258786" cy="852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 i="0">
                <a:solidFill>
                  <a:srgbClr val="42424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838200" y="2909855"/>
            <a:ext cx="3240000" cy="36000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4476000" y="2909855"/>
            <a:ext cx="3240000" cy="36000"/>
          </a:xfrm>
          <a:prstGeom prst="rect">
            <a:avLst/>
          </a:prstGeom>
          <a:gradFill>
            <a:gsLst>
              <a:gs pos="0">
                <a:srgbClr val="CBAC8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8096022" y="2923310"/>
            <a:ext cx="3240000" cy="36000"/>
          </a:xfrm>
          <a:prstGeom prst="rect">
            <a:avLst/>
          </a:prstGeom>
          <a:gradFill>
            <a:gsLst>
              <a:gs pos="0">
                <a:srgbClr val="ABC445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9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4" name="Google Shape;234;p19" descr="A picture containing circuit&#10;&#10;Description automatically generated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5062224" y="3183831"/>
            <a:ext cx="2067551" cy="719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9" descr="A picture containing table&#10;&#10;Description automatically generated"/>
          <p:cNvPicPr preferRelativeResize="0"/>
          <p:nvPr/>
        </p:nvPicPr>
        <p:blipFill rotWithShape="1">
          <a:blip r:embed="rId6">
            <a:alphaModFix amt="30000"/>
          </a:blip>
          <a:srcRect/>
          <a:stretch/>
        </p:blipFill>
        <p:spPr>
          <a:xfrm>
            <a:off x="8674084" y="3172316"/>
            <a:ext cx="2100643" cy="73102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 txBox="1">
            <a:spLocks noGrp="1"/>
          </p:cNvSpPr>
          <p:nvPr>
            <p:ph type="body" idx="5"/>
          </p:nvPr>
        </p:nvSpPr>
        <p:spPr>
          <a:xfrm>
            <a:off x="838200" y="3022538"/>
            <a:ext cx="3258786" cy="920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 i="0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19"/>
          <p:cNvSpPr txBox="1">
            <a:spLocks noGrp="1"/>
          </p:cNvSpPr>
          <p:nvPr>
            <p:ph type="body" idx="6"/>
          </p:nvPr>
        </p:nvSpPr>
        <p:spPr>
          <a:xfrm>
            <a:off x="4457214" y="3022538"/>
            <a:ext cx="3258786" cy="920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 i="0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19"/>
          <p:cNvSpPr txBox="1">
            <a:spLocks noGrp="1"/>
          </p:cNvSpPr>
          <p:nvPr>
            <p:ph type="body" idx="7"/>
          </p:nvPr>
        </p:nvSpPr>
        <p:spPr>
          <a:xfrm>
            <a:off x="8095013" y="3022538"/>
            <a:ext cx="3258786" cy="920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 i="0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19"/>
          <p:cNvSpPr txBox="1">
            <a:spLocks noGrp="1"/>
          </p:cNvSpPr>
          <p:nvPr>
            <p:ph type="body" idx="8"/>
          </p:nvPr>
        </p:nvSpPr>
        <p:spPr>
          <a:xfrm>
            <a:off x="838199" y="4043376"/>
            <a:ext cx="3258783" cy="150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3935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9"/>
          </p:nvPr>
        </p:nvSpPr>
        <p:spPr>
          <a:xfrm>
            <a:off x="4457214" y="4043376"/>
            <a:ext cx="3258784" cy="150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BAC81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body" idx="13"/>
          </p:nvPr>
        </p:nvSpPr>
        <p:spPr>
          <a:xfrm>
            <a:off x="8095012" y="4043376"/>
            <a:ext cx="3258785" cy="150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BC445"/>
              </a:buClr>
              <a:buSzPts val="1800"/>
              <a:buFont typeface="Arial"/>
              <a:buChar char="◆"/>
              <a:defRPr sz="18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2" name="Google Shape;242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 Us">
  <p:cSld name="About Us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0" descr="A close up of a logo&#10;&#10;Description automatically generated"/>
          <p:cNvPicPr preferRelativeResize="0"/>
          <p:nvPr/>
        </p:nvPicPr>
        <p:blipFill rotWithShape="1">
          <a:blip r:embed="rId2">
            <a:alphaModFix amt="34000"/>
          </a:blip>
          <a:srcRect l="20544" t="-1714" r="7330" b="79221"/>
          <a:stretch/>
        </p:blipFill>
        <p:spPr>
          <a:xfrm>
            <a:off x="-38980" y="5582130"/>
            <a:ext cx="4579929" cy="142827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000000">
                <a:alpha val="0"/>
              </a:srgbClr>
            </a:outerShdw>
          </a:effectLst>
        </p:spPr>
      </p:pic>
      <p:sp>
        <p:nvSpPr>
          <p:cNvPr id="245" name="Google Shape;245;p20"/>
          <p:cNvSpPr txBox="1">
            <a:spLocks noGrp="1"/>
          </p:cNvSpPr>
          <p:nvPr>
            <p:ph type="title"/>
          </p:nvPr>
        </p:nvSpPr>
        <p:spPr>
          <a:xfrm>
            <a:off x="1122241" y="529026"/>
            <a:ext cx="4973757" cy="112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  <a:defRPr sz="3200" b="1" i="0">
                <a:solidFill>
                  <a:srgbClr val="42424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0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7" name="Google Shape;247;p20" descr="A picture containing drawing, table&#10;&#10;Description automatically generated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64395" y="1091800"/>
            <a:ext cx="2115695" cy="11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>
            <a:spLocks noGrp="1"/>
          </p:cNvSpPr>
          <p:nvPr>
            <p:ph type="body" idx="1"/>
          </p:nvPr>
        </p:nvSpPr>
        <p:spPr>
          <a:xfrm>
            <a:off x="1122242" y="1826048"/>
            <a:ext cx="4973758" cy="954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75757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11614125" y="65087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9191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0"/>
          <p:cNvSpPr txBox="1">
            <a:spLocks noGrp="1"/>
          </p:cNvSpPr>
          <p:nvPr>
            <p:ph type="body" idx="2"/>
          </p:nvPr>
        </p:nvSpPr>
        <p:spPr>
          <a:xfrm>
            <a:off x="1122234" y="3050475"/>
            <a:ext cx="4973757" cy="19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0" i="0">
                <a:solidFill>
                  <a:srgbClr val="42424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◆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1" name="Google Shape;25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365" y="6214613"/>
            <a:ext cx="2052221" cy="520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3022" y="202181"/>
            <a:ext cx="10892078" cy="6126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unito Sans ExtraBold"/>
              <a:buNone/>
              <a:defRPr sz="3600" b="1" i="0" u="none" strike="noStrike" cap="none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8163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400"/>
              <a:buFont typeface="Arimo"/>
              <a:buChar char="◆"/>
              <a:defRPr sz="24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2000"/>
              <a:buFont typeface="Courier"/>
              <a:buChar char="⁃"/>
              <a:defRPr sz="20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9E77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 txBox="1">
            <a:spLocks noGrp="1"/>
          </p:cNvSpPr>
          <p:nvPr>
            <p:ph type="ctrTitle"/>
          </p:nvPr>
        </p:nvSpPr>
        <p:spPr>
          <a:xfrm>
            <a:off x="465481" y="2870069"/>
            <a:ext cx="4579929" cy="11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unito Sans ExtraBold"/>
              <a:buNone/>
            </a:pPr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body" idx="1"/>
          </p:nvPr>
        </p:nvSpPr>
        <p:spPr>
          <a:xfrm>
            <a:off x="465482" y="1795430"/>
            <a:ext cx="4579928" cy="1015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ASR Benchmark</a:t>
            </a:r>
            <a:endParaRPr/>
          </a:p>
        </p:txBody>
      </p:sp>
      <p:sp>
        <p:nvSpPr>
          <p:cNvPr id="259" name="Google Shape;259;p21"/>
          <p:cNvSpPr txBox="1">
            <a:spLocks noGrp="1"/>
          </p:cNvSpPr>
          <p:nvPr>
            <p:ph type="body" idx="2"/>
          </p:nvPr>
        </p:nvSpPr>
        <p:spPr>
          <a:xfrm>
            <a:off x="465482" y="4681246"/>
            <a:ext cx="4579928" cy="1015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05 December 2024 (updated)</a:t>
            </a:r>
            <a:endParaRPr/>
          </a:p>
        </p:txBody>
      </p:sp>
      <p:sp>
        <p:nvSpPr>
          <p:cNvPr id="260" name="Google Shape;260;p21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>
            <a:spLocks noGrp="1"/>
          </p:cNvSpPr>
          <p:nvPr>
            <p:ph type="title"/>
          </p:nvPr>
        </p:nvSpPr>
        <p:spPr>
          <a:xfrm>
            <a:off x="1122241" y="2170615"/>
            <a:ext cx="4973700" cy="1125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2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68" name="Google Shape;268;p22"/>
          <p:cNvSpPr txBox="1">
            <a:spLocks noGrp="1"/>
          </p:cNvSpPr>
          <p:nvPr>
            <p:ph type="body" idx="1"/>
          </p:nvPr>
        </p:nvSpPr>
        <p:spPr>
          <a:xfrm>
            <a:off x="1122242" y="3467637"/>
            <a:ext cx="4973700" cy="954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76" name="Google Shape;276;p23"/>
          <p:cNvSpPr>
            <a:spLocks noGrp="1"/>
          </p:cNvSpPr>
          <p:nvPr>
            <p:ph type="pic" idx="2"/>
          </p:nvPr>
        </p:nvSpPr>
        <p:spPr>
          <a:xfrm>
            <a:off x="866772" y="2109631"/>
            <a:ext cx="1485600" cy="1485600"/>
          </a:xfrm>
          <a:prstGeom prst="ellipse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3"/>
          <p:cNvSpPr>
            <a:spLocks noGrp="1"/>
          </p:cNvSpPr>
          <p:nvPr>
            <p:ph type="pic" idx="3"/>
          </p:nvPr>
        </p:nvSpPr>
        <p:spPr>
          <a:xfrm>
            <a:off x="3879568" y="2109631"/>
            <a:ext cx="1485600" cy="1485600"/>
          </a:xfrm>
          <a:prstGeom prst="ellipse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3"/>
          <p:cNvSpPr>
            <a:spLocks noGrp="1"/>
          </p:cNvSpPr>
          <p:nvPr>
            <p:ph type="pic" idx="4"/>
          </p:nvPr>
        </p:nvSpPr>
        <p:spPr>
          <a:xfrm>
            <a:off x="6892037" y="2109631"/>
            <a:ext cx="1485600" cy="1485600"/>
          </a:xfrm>
          <a:prstGeom prst="ellipse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3"/>
          <p:cNvSpPr>
            <a:spLocks noGrp="1"/>
          </p:cNvSpPr>
          <p:nvPr>
            <p:ph type="pic" idx="5"/>
          </p:nvPr>
        </p:nvSpPr>
        <p:spPr>
          <a:xfrm>
            <a:off x="9904506" y="2109631"/>
            <a:ext cx="1485600" cy="1485600"/>
          </a:xfrm>
          <a:prstGeom prst="ellipse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3"/>
          <p:cNvSpPr txBox="1">
            <a:spLocks noGrp="1"/>
          </p:cNvSpPr>
          <p:nvPr>
            <p:ph type="title"/>
          </p:nvPr>
        </p:nvSpPr>
        <p:spPr>
          <a:xfrm>
            <a:off x="1122242" y="157923"/>
            <a:ext cx="9966600" cy="93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3"/>
          <p:cNvSpPr txBox="1">
            <a:spLocks noGrp="1"/>
          </p:cNvSpPr>
          <p:nvPr>
            <p:ph type="body" idx="6"/>
          </p:nvPr>
        </p:nvSpPr>
        <p:spPr>
          <a:xfrm>
            <a:off x="3351961" y="4352401"/>
            <a:ext cx="2541000" cy="150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2" name="Google Shape;282;p23"/>
          <p:cNvSpPr txBox="1">
            <a:spLocks noGrp="1"/>
          </p:cNvSpPr>
          <p:nvPr>
            <p:ph type="body" idx="7"/>
          </p:nvPr>
        </p:nvSpPr>
        <p:spPr>
          <a:xfrm>
            <a:off x="6364430" y="4352401"/>
            <a:ext cx="2541000" cy="150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3" name="Google Shape;283;p23"/>
          <p:cNvSpPr txBox="1">
            <a:spLocks noGrp="1"/>
          </p:cNvSpPr>
          <p:nvPr>
            <p:ph type="body" idx="8"/>
          </p:nvPr>
        </p:nvSpPr>
        <p:spPr>
          <a:xfrm>
            <a:off x="9376899" y="4352401"/>
            <a:ext cx="2541000" cy="150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4" name="Google Shape;284;p23"/>
          <p:cNvSpPr txBox="1">
            <a:spLocks noGrp="1"/>
          </p:cNvSpPr>
          <p:nvPr>
            <p:ph type="body" idx="9"/>
          </p:nvPr>
        </p:nvSpPr>
        <p:spPr>
          <a:xfrm>
            <a:off x="338838" y="4352401"/>
            <a:ext cx="2541600" cy="150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5" name="Google Shape;285;p23"/>
          <p:cNvSpPr txBox="1">
            <a:spLocks noGrp="1"/>
          </p:cNvSpPr>
          <p:nvPr>
            <p:ph type="body" idx="13"/>
          </p:nvPr>
        </p:nvSpPr>
        <p:spPr>
          <a:xfrm>
            <a:off x="338837" y="3657600"/>
            <a:ext cx="2541600" cy="69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6" name="Google Shape;286;p23"/>
          <p:cNvSpPr txBox="1">
            <a:spLocks noGrp="1"/>
          </p:cNvSpPr>
          <p:nvPr>
            <p:ph type="body" idx="14"/>
          </p:nvPr>
        </p:nvSpPr>
        <p:spPr>
          <a:xfrm>
            <a:off x="3351306" y="3657600"/>
            <a:ext cx="2541600" cy="69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7" name="Google Shape;287;p23"/>
          <p:cNvSpPr txBox="1">
            <a:spLocks noGrp="1"/>
          </p:cNvSpPr>
          <p:nvPr>
            <p:ph type="body" idx="15"/>
          </p:nvPr>
        </p:nvSpPr>
        <p:spPr>
          <a:xfrm>
            <a:off x="6363775" y="3657600"/>
            <a:ext cx="2541600" cy="69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8" name="Google Shape;288;p23"/>
          <p:cNvSpPr txBox="1">
            <a:spLocks noGrp="1"/>
          </p:cNvSpPr>
          <p:nvPr>
            <p:ph type="body" idx="16"/>
          </p:nvPr>
        </p:nvSpPr>
        <p:spPr>
          <a:xfrm>
            <a:off x="9365767" y="3657600"/>
            <a:ext cx="2541600" cy="69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95" name="Google Shape;295;p24"/>
          <p:cNvSpPr txBox="1">
            <a:spLocks noGrp="1"/>
          </p:cNvSpPr>
          <p:nvPr>
            <p:ph type="body" idx="1"/>
          </p:nvPr>
        </p:nvSpPr>
        <p:spPr>
          <a:xfrm>
            <a:off x="525265" y="3622166"/>
            <a:ext cx="3309600" cy="85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4"/>
          <p:cNvSpPr txBox="1">
            <a:spLocks noGrp="1"/>
          </p:cNvSpPr>
          <p:nvPr>
            <p:ph type="body" idx="2"/>
          </p:nvPr>
        </p:nvSpPr>
        <p:spPr>
          <a:xfrm>
            <a:off x="4446632" y="3622166"/>
            <a:ext cx="3309600" cy="895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4"/>
          <p:cNvSpPr txBox="1">
            <a:spLocks noGrp="1"/>
          </p:cNvSpPr>
          <p:nvPr>
            <p:ph type="body" idx="3"/>
          </p:nvPr>
        </p:nvSpPr>
        <p:spPr>
          <a:xfrm>
            <a:off x="8368002" y="3622166"/>
            <a:ext cx="3298800" cy="85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4"/>
          <p:cNvSpPr txBox="1">
            <a:spLocks noGrp="1"/>
          </p:cNvSpPr>
          <p:nvPr>
            <p:ph type="body" idx="4"/>
          </p:nvPr>
        </p:nvSpPr>
        <p:spPr>
          <a:xfrm>
            <a:off x="525265" y="4518075"/>
            <a:ext cx="3309600" cy="150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9" name="Google Shape;299;p24"/>
          <p:cNvSpPr>
            <a:spLocks noGrp="1"/>
          </p:cNvSpPr>
          <p:nvPr>
            <p:ph type="pic" idx="5"/>
          </p:nvPr>
        </p:nvSpPr>
        <p:spPr>
          <a:xfrm>
            <a:off x="1437240" y="1943301"/>
            <a:ext cx="1485600" cy="1485600"/>
          </a:xfrm>
          <a:prstGeom prst="ellipse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4"/>
          <p:cNvSpPr>
            <a:spLocks noGrp="1"/>
          </p:cNvSpPr>
          <p:nvPr>
            <p:ph type="pic" idx="6"/>
          </p:nvPr>
        </p:nvSpPr>
        <p:spPr>
          <a:xfrm>
            <a:off x="5353150" y="1943301"/>
            <a:ext cx="1485600" cy="1485600"/>
          </a:xfrm>
          <a:prstGeom prst="ellipse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4"/>
          <p:cNvSpPr>
            <a:spLocks noGrp="1"/>
          </p:cNvSpPr>
          <p:nvPr>
            <p:ph type="pic" idx="7"/>
          </p:nvPr>
        </p:nvSpPr>
        <p:spPr>
          <a:xfrm>
            <a:off x="9269060" y="1949549"/>
            <a:ext cx="1485600" cy="1485600"/>
          </a:xfrm>
          <a:prstGeom prst="ellipse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4"/>
          <p:cNvSpPr txBox="1">
            <a:spLocks noGrp="1"/>
          </p:cNvSpPr>
          <p:nvPr>
            <p:ph type="title"/>
          </p:nvPr>
        </p:nvSpPr>
        <p:spPr>
          <a:xfrm>
            <a:off x="1122242" y="157923"/>
            <a:ext cx="9966600" cy="93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4"/>
          <p:cNvSpPr txBox="1">
            <a:spLocks noGrp="1"/>
          </p:cNvSpPr>
          <p:nvPr>
            <p:ph type="body" idx="9"/>
          </p:nvPr>
        </p:nvSpPr>
        <p:spPr>
          <a:xfrm>
            <a:off x="4446631" y="4518075"/>
            <a:ext cx="3309600" cy="150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5" name="Google Shape;305;p24"/>
          <p:cNvSpPr txBox="1">
            <a:spLocks noGrp="1"/>
          </p:cNvSpPr>
          <p:nvPr>
            <p:ph type="body" idx="13"/>
          </p:nvPr>
        </p:nvSpPr>
        <p:spPr>
          <a:xfrm>
            <a:off x="8367997" y="4518075"/>
            <a:ext cx="3309600" cy="150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"/>
          <p:cNvSpPr txBox="1">
            <a:spLocks noGrp="1"/>
          </p:cNvSpPr>
          <p:nvPr>
            <p:ph type="title"/>
          </p:nvPr>
        </p:nvSpPr>
        <p:spPr>
          <a:xfrm>
            <a:off x="1122241" y="529026"/>
            <a:ext cx="4973700" cy="1125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5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14" name="Google Shape;314;p25"/>
          <p:cNvSpPr txBox="1">
            <a:spLocks noGrp="1"/>
          </p:cNvSpPr>
          <p:nvPr>
            <p:ph type="body" idx="2"/>
          </p:nvPr>
        </p:nvSpPr>
        <p:spPr>
          <a:xfrm>
            <a:off x="1122234" y="1902372"/>
            <a:ext cx="4973700" cy="311700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322" name="Google Shape;322;p26"/>
          <p:cNvSpPr txBox="1">
            <a:spLocks noGrp="1"/>
          </p:cNvSpPr>
          <p:nvPr>
            <p:ph type="title"/>
          </p:nvPr>
        </p:nvSpPr>
        <p:spPr>
          <a:xfrm>
            <a:off x="1122242" y="157923"/>
            <a:ext cx="9966600" cy="93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6"/>
          <p:cNvSpPr txBox="1">
            <a:spLocks noGrp="1"/>
          </p:cNvSpPr>
          <p:nvPr>
            <p:ph type="body" idx="2"/>
          </p:nvPr>
        </p:nvSpPr>
        <p:spPr>
          <a:xfrm>
            <a:off x="339493" y="2892400"/>
            <a:ext cx="2541000" cy="150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4" name="Google Shape;324;p26"/>
          <p:cNvSpPr txBox="1">
            <a:spLocks noGrp="1"/>
          </p:cNvSpPr>
          <p:nvPr>
            <p:ph type="body" idx="3"/>
          </p:nvPr>
        </p:nvSpPr>
        <p:spPr>
          <a:xfrm>
            <a:off x="3351962" y="2892400"/>
            <a:ext cx="2541000" cy="150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5" name="Google Shape;325;p26"/>
          <p:cNvSpPr txBox="1">
            <a:spLocks noGrp="1"/>
          </p:cNvSpPr>
          <p:nvPr>
            <p:ph type="body" idx="4"/>
          </p:nvPr>
        </p:nvSpPr>
        <p:spPr>
          <a:xfrm>
            <a:off x="6364431" y="2892400"/>
            <a:ext cx="2541000" cy="150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6" name="Google Shape;326;p26"/>
          <p:cNvSpPr txBox="1">
            <a:spLocks noGrp="1"/>
          </p:cNvSpPr>
          <p:nvPr>
            <p:ph type="body" idx="5"/>
          </p:nvPr>
        </p:nvSpPr>
        <p:spPr>
          <a:xfrm>
            <a:off x="9355292" y="2892400"/>
            <a:ext cx="2541600" cy="150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7" name="Google Shape;327;p26"/>
          <p:cNvSpPr txBox="1">
            <a:spLocks noGrp="1"/>
          </p:cNvSpPr>
          <p:nvPr>
            <p:ph type="body" idx="6"/>
          </p:nvPr>
        </p:nvSpPr>
        <p:spPr>
          <a:xfrm>
            <a:off x="9355291" y="2197599"/>
            <a:ext cx="2541600" cy="69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8" name="Google Shape;328;p26"/>
          <p:cNvSpPr txBox="1">
            <a:spLocks noGrp="1"/>
          </p:cNvSpPr>
          <p:nvPr>
            <p:ph type="body" idx="7"/>
          </p:nvPr>
        </p:nvSpPr>
        <p:spPr>
          <a:xfrm>
            <a:off x="338838" y="2197599"/>
            <a:ext cx="2541600" cy="69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9" name="Google Shape;329;p26"/>
          <p:cNvSpPr txBox="1">
            <a:spLocks noGrp="1"/>
          </p:cNvSpPr>
          <p:nvPr>
            <p:ph type="body" idx="8"/>
          </p:nvPr>
        </p:nvSpPr>
        <p:spPr>
          <a:xfrm>
            <a:off x="3351307" y="2197599"/>
            <a:ext cx="2541600" cy="69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0" name="Google Shape;330;p26"/>
          <p:cNvSpPr txBox="1">
            <a:spLocks noGrp="1"/>
          </p:cNvSpPr>
          <p:nvPr>
            <p:ph type="body" idx="9"/>
          </p:nvPr>
        </p:nvSpPr>
        <p:spPr>
          <a:xfrm>
            <a:off x="6353299" y="2197599"/>
            <a:ext cx="2541600" cy="69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336" name="Google Shape;336;p27"/>
          <p:cNvSpPr txBox="1">
            <a:spLocks noGrp="1"/>
          </p:cNvSpPr>
          <p:nvPr>
            <p:ph type="title"/>
          </p:nvPr>
        </p:nvSpPr>
        <p:spPr>
          <a:xfrm>
            <a:off x="1122242" y="157923"/>
            <a:ext cx="9966468" cy="93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Nunito Sans ExtraBold"/>
              <a:buNone/>
            </a:pPr>
            <a:endParaRPr/>
          </a:p>
        </p:txBody>
      </p:sp>
      <p:sp>
        <p:nvSpPr>
          <p:cNvPr id="338" name="Google Shape;338;p27"/>
          <p:cNvSpPr txBox="1">
            <a:spLocks noGrp="1"/>
          </p:cNvSpPr>
          <p:nvPr>
            <p:ph type="body" idx="2"/>
          </p:nvPr>
        </p:nvSpPr>
        <p:spPr>
          <a:xfrm>
            <a:off x="1122363" y="1798638"/>
            <a:ext cx="1003935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"/>
          <p:cNvSpPr txBox="1">
            <a:spLocks noGrp="1"/>
          </p:cNvSpPr>
          <p:nvPr>
            <p:ph type="sldNum" idx="12"/>
          </p:nvPr>
        </p:nvSpPr>
        <p:spPr>
          <a:xfrm>
            <a:off x="11461725" y="6356350"/>
            <a:ext cx="529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345" name="Google Shape;345;p28"/>
          <p:cNvSpPr txBox="1">
            <a:spLocks noGrp="1"/>
          </p:cNvSpPr>
          <p:nvPr>
            <p:ph type="body" idx="1"/>
          </p:nvPr>
        </p:nvSpPr>
        <p:spPr>
          <a:xfrm>
            <a:off x="908216" y="4041358"/>
            <a:ext cx="25188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46" name="Google Shape;346;p28"/>
          <p:cNvSpPr txBox="1">
            <a:spLocks noGrp="1"/>
          </p:cNvSpPr>
          <p:nvPr>
            <p:ph type="body" idx="2"/>
          </p:nvPr>
        </p:nvSpPr>
        <p:spPr>
          <a:xfrm>
            <a:off x="3848293" y="4041358"/>
            <a:ext cx="25188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47" name="Google Shape;347;p28"/>
          <p:cNvSpPr txBox="1">
            <a:spLocks noGrp="1"/>
          </p:cNvSpPr>
          <p:nvPr>
            <p:ph type="body" idx="3"/>
          </p:nvPr>
        </p:nvSpPr>
        <p:spPr>
          <a:xfrm>
            <a:off x="908216" y="5071482"/>
            <a:ext cx="25188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48" name="Google Shape;348;p28"/>
          <p:cNvSpPr txBox="1">
            <a:spLocks noGrp="1"/>
          </p:cNvSpPr>
          <p:nvPr>
            <p:ph type="body" idx="4"/>
          </p:nvPr>
        </p:nvSpPr>
        <p:spPr>
          <a:xfrm>
            <a:off x="3848293" y="5071482"/>
            <a:ext cx="25188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49" name="Google Shape;349;p28"/>
          <p:cNvSpPr txBox="1">
            <a:spLocks noGrp="1"/>
          </p:cNvSpPr>
          <p:nvPr>
            <p:ph type="body" idx="5"/>
          </p:nvPr>
        </p:nvSpPr>
        <p:spPr>
          <a:xfrm>
            <a:off x="908216" y="3622258"/>
            <a:ext cx="25188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50" name="Google Shape;350;p28"/>
          <p:cNvSpPr txBox="1">
            <a:spLocks noGrp="1"/>
          </p:cNvSpPr>
          <p:nvPr>
            <p:ph type="body" idx="6"/>
          </p:nvPr>
        </p:nvSpPr>
        <p:spPr>
          <a:xfrm>
            <a:off x="3848293" y="3622258"/>
            <a:ext cx="25188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51" name="Google Shape;351;p28"/>
          <p:cNvSpPr txBox="1">
            <a:spLocks noGrp="1"/>
          </p:cNvSpPr>
          <p:nvPr>
            <p:ph type="body" idx="7"/>
          </p:nvPr>
        </p:nvSpPr>
        <p:spPr>
          <a:xfrm>
            <a:off x="908216" y="4727546"/>
            <a:ext cx="25188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52" name="Google Shape;352;p28"/>
          <p:cNvSpPr txBox="1">
            <a:spLocks noGrp="1"/>
          </p:cNvSpPr>
          <p:nvPr>
            <p:ph type="body" idx="8"/>
          </p:nvPr>
        </p:nvSpPr>
        <p:spPr>
          <a:xfrm>
            <a:off x="3848293" y="4727546"/>
            <a:ext cx="25188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414141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Macintosh PowerPoint</Application>
  <PresentationFormat>Widescreen</PresentationFormat>
  <Paragraphs>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Courier New</vt:lpstr>
      <vt:lpstr>Arial</vt:lpstr>
      <vt:lpstr>Nunito Sans</vt:lpstr>
      <vt:lpstr>Arimo</vt:lpstr>
      <vt:lpstr>Nunito Sans ExtraBold</vt:lpstr>
      <vt:lpstr>Nunito Sans SemiBold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 Yeo</cp:lastModifiedBy>
  <cp:revision>1</cp:revision>
  <dcterms:modified xsi:type="dcterms:W3CDTF">2025-10-27T07:41:30Z</dcterms:modified>
</cp:coreProperties>
</file>